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142030"/>
                </a:solidFill>
              </a:rPr>
              <a:t>Bold Corporate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强对比企业风格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142030"/>
                </a:solidFill>
              </a:rPr>
              <a:t>内容页标题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54F5C"/>
                </a:solidFill>
              </a:defRPr>
            </a:pPr>
            <a:r>
              <a:t>要点一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42030"/>
                </a:solidFill>
              </a:rPr>
              <a:t>图左文右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4114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42030"/>
                </a:solidFill>
              </a:rPr>
              <a:t>图右文左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669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63040"/>
            <a:ext cx="4754880" cy="4114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42030"/>
                </a:solidFill>
              </a:rPr>
              <a:t>图表页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00" cy="3840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洞察一</a:t>
            </a:r>
          </a:p>
          <a:p>
            <a:r>
              <a:t>洞察二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42030"/>
                </a:solidFill>
              </a:rPr>
              <a:t>时间线页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0607040" cy="914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39" y="2651760"/>
            <a:ext cx="548640" cy="54864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2651760"/>
            <a:ext cx="548640" cy="54864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59" y="2651760"/>
            <a:ext cx="548640" cy="54864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阶段一</a:t>
            </a:r>
          </a:p>
          <a:p>
            <a:r>
              <a:t>阶段二</a:t>
            </a:r>
          </a:p>
          <a:p>
            <a:r>
              <a:t>阶段三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