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>
                <a:solidFill>
                  <a:srgbClr val="242220"/>
                </a:solidFill>
              </a:rPr>
              <a:t>Elegant Serif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典雅质感风格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A3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242220"/>
                </a:solidFill>
              </a:rPr>
              <a:t>内容页标题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A5550"/>
                </a:solidFill>
              </a:defRPr>
            </a:pPr>
            <a:r>
              <a:t>要点一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A3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242220"/>
                </a:solidFill>
              </a:rPr>
              <a:t>图左文右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A3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4754880" cy="4114800"/>
          </a:xfrm>
          <a:prstGeom prst="rect">
            <a:avLst/>
          </a:prstGeom>
          <a:solidFill>
            <a:srgbClr val="A3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0" y="1463040"/>
            <a:ext cx="5943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要点一</a:t>
            </a:r>
          </a:p>
          <a:p>
            <a:r>
              <a:t>要点二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242220"/>
                </a:solidFill>
              </a:rPr>
              <a:t>图右文左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A3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6692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要点一</a:t>
            </a:r>
          </a:p>
          <a:p>
            <a:r>
              <a:t>要点二</a:t>
            </a:r>
          </a:p>
        </p:txBody>
      </p:sp>
      <p:sp>
        <p:nvSpPr>
          <p:cNvPr id="6" name="Rectangle 5"/>
          <p:cNvSpPr/>
          <p:nvPr/>
        </p:nvSpPr>
        <p:spPr>
          <a:xfrm>
            <a:off x="6492240" y="1463040"/>
            <a:ext cx="4754880" cy="4114800"/>
          </a:xfrm>
          <a:prstGeom prst="rect">
            <a:avLst/>
          </a:prstGeom>
          <a:solidFill>
            <a:srgbClr val="A3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242220"/>
                </a:solidFill>
              </a:rPr>
              <a:t>图表页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A3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6400800" cy="3840480"/>
          </a:xfrm>
          <a:prstGeom prst="rect">
            <a:avLst/>
          </a:prstGeom>
          <a:solidFill>
            <a:srgbClr val="A3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79" y="1554480"/>
            <a:ext cx="41148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洞察一</a:t>
            </a:r>
          </a:p>
          <a:p>
            <a:r>
              <a:t>洞察二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242220"/>
                </a:solidFill>
              </a:rPr>
              <a:t>时间线页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A3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926080"/>
            <a:ext cx="10607040" cy="91440"/>
          </a:xfrm>
          <a:prstGeom prst="rect">
            <a:avLst/>
          </a:prstGeom>
          <a:solidFill>
            <a:srgbClr val="A3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2651760"/>
            <a:ext cx="548640" cy="548640"/>
          </a:xfrm>
          <a:prstGeom prst="ellipse">
            <a:avLst/>
          </a:prstGeom>
          <a:solidFill>
            <a:srgbClr val="A3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91839" y="2651760"/>
            <a:ext cx="548640" cy="548640"/>
          </a:xfrm>
          <a:prstGeom prst="ellipse">
            <a:avLst/>
          </a:prstGeom>
          <a:solidFill>
            <a:srgbClr val="A3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86400" y="2651760"/>
            <a:ext cx="548640" cy="548640"/>
          </a:xfrm>
          <a:prstGeom prst="ellipse">
            <a:avLst/>
          </a:prstGeom>
          <a:solidFill>
            <a:srgbClr val="A3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680959" y="2651760"/>
            <a:ext cx="548640" cy="548640"/>
          </a:xfrm>
          <a:prstGeom prst="ellipse">
            <a:avLst/>
          </a:prstGeom>
          <a:solidFill>
            <a:srgbClr val="A3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106070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阶段一</a:t>
            </a:r>
          </a:p>
          <a:p>
            <a:r>
              <a:t>阶段二</a:t>
            </a:r>
          </a:p>
          <a:p>
            <a:r>
              <a:t>阶段三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