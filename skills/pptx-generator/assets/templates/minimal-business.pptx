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1A1A1A"/>
                </a:solidFill>
              </a:rPr>
              <a:t>Minimal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简洁商务风格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内容页标题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要点一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A1A1A"/>
                </a:solidFill>
              </a:rPr>
              <a:t>图左文右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4114800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A1A1A"/>
                </a:solidFill>
              </a:rPr>
              <a:t>图右文左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754880" cy="4114800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A1A1A"/>
                </a:solidFill>
              </a:rPr>
              <a:t>图表页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00" cy="3840480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洞察一</a:t>
            </a:r>
          </a:p>
          <a:p>
            <a:r>
              <a:t>洞察二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A1A1A"/>
                </a:solidFill>
              </a:rPr>
              <a:t>时间线页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607040" cy="91440"/>
          </a:xfrm>
          <a:prstGeom prst="rect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39" y="2651760"/>
            <a:ext cx="548640" cy="548640"/>
          </a:xfrm>
          <a:prstGeom prst="ellipse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651760"/>
            <a:ext cx="548640" cy="548640"/>
          </a:xfrm>
          <a:prstGeom prst="ellipse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59" y="2651760"/>
            <a:ext cx="548640" cy="548640"/>
          </a:xfrm>
          <a:prstGeom prst="ellipse">
            <a:avLst/>
          </a:prstGeom>
          <a:solidFill>
            <a:srgbClr val="1C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阶段一</a:t>
            </a:r>
          </a:p>
          <a:p>
            <a:r>
              <a:t>阶段二</a:t>
            </a:r>
          </a:p>
          <a:p>
            <a:r>
              <a:t>阶段三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