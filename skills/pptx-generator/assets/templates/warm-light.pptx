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>
                <a:solidFill>
                  <a:srgbClr val="322B28"/>
                </a:solidFill>
              </a:rPr>
              <a:t>Warm Light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温暖浅色风格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322B28"/>
                </a:solidFill>
              </a:rPr>
              <a:t>内容页标题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60534D"/>
                </a:solidFill>
              </a:defRPr>
            </a:pPr>
            <a:r>
              <a:t>要点一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322B28"/>
                </a:solidFill>
              </a:rPr>
              <a:t>图左文右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4754880" cy="4114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1463040"/>
            <a:ext cx="5943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要点一</a:t>
            </a:r>
          </a:p>
          <a:p>
            <a:r>
              <a:t>要点二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322B28"/>
                </a:solidFill>
              </a:rPr>
              <a:t>图右文左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669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要点一</a:t>
            </a:r>
          </a:p>
          <a:p>
            <a:r>
              <a:t>要点二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463040"/>
            <a:ext cx="4754880" cy="4114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322B28"/>
                </a:solidFill>
              </a:rPr>
              <a:t>图表页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6400800" cy="3840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554480"/>
            <a:ext cx="41148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洞察一</a:t>
            </a:r>
          </a:p>
          <a:p>
            <a:r>
              <a:t>洞察二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322B28"/>
                </a:solidFill>
              </a:rPr>
              <a:t>时间线页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926080"/>
            <a:ext cx="10607040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651760"/>
            <a:ext cx="548640" cy="5486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39" y="2651760"/>
            <a:ext cx="548640" cy="5486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0" y="2651760"/>
            <a:ext cx="548640" cy="5486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80959" y="2651760"/>
            <a:ext cx="548640" cy="5486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06070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阶段一</a:t>
            </a:r>
          </a:p>
          <a:p>
            <a:r>
              <a:t>阶段二</a:t>
            </a:r>
          </a:p>
          <a:p>
            <a:r>
              <a:t>阶段三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